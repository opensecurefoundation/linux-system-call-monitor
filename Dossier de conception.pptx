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4" r:id="rId3"/>
    <p:sldId id="257" r:id="rId4"/>
    <p:sldId id="258" r:id="rId5"/>
    <p:sldId id="259" r:id="rId6"/>
    <p:sldId id="260"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sans titre" id="{F8726CAF-1CFE-4727-B2C0-FC96F069DCDC}">
          <p14:sldIdLst>
            <p14:sldId id="256"/>
            <p14:sldId id="264"/>
            <p14:sldId id="257"/>
            <p14:sldId id="258"/>
            <p14:sldId id="259"/>
            <p14:sldId id="260"/>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fr-FR"/>
              <a:t>Modifiez le style du titre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1/23/2026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dirty="0"/>
              <a:t>
              </a:t>
            </a: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1/23/2026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F34E6425-0181-43F2-84FC-787E803FD2F8}" type="datetimeFigureOut">
              <a:rPr lang="en-US" dirty="0"/>
              <a:t>1/23/2026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1/23/2026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1/23/2026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fr-FR"/>
              <a:t>Modifiez le style du titre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1/23/2026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1/23/2026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fr-FR"/>
              <a:t>Modifiez le style du titre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76E86A4C-8E40-4F87-A4F0-01A0687C5742}" type="datetimeFigureOut">
              <a:rPr lang="en-US" dirty="0"/>
              <a:t>1/23/2026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fr-FR"/>
              <a:t>Modifiez le style du titre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fr-FR"/>
              <a:t>Cliquez sur l'icône pour ajouter une image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35E72C73-2D91-4E12-BA25-F0AA0C03599B}" type="datetimeFigureOut">
              <a:rPr lang="en-US" dirty="0"/>
              <a:t>1/23/2026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923A1CC3-2375-41D4-9E03-427CAF2A4C1A}" type="datetimeFigureOut">
              <a:rPr lang="en-US" dirty="0"/>
              <a:t>1/23/2026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re et légen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fr-FR"/>
              <a:t>Modifiez le style du titre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AFF16868-8199-4C2C-A5B1-63AEE139F88E}" type="datetimeFigureOut">
              <a:rPr lang="en-US" dirty="0"/>
              <a:t>1/23/2026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tion avec légende">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fr-FR"/>
              <a:t>Modifiez le style du titre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AAD9FF7F-6988-44CC-821B-644E70CD2F73}" type="datetimeFigureOut">
              <a:rPr lang="en-US" dirty="0"/>
              <a:t>1/23/2026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rte nom">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C12C299-16B2-4475-990D-751901EACC14}" type="datetimeFigureOut">
              <a:rPr lang="en-US" dirty="0"/>
              <a:t>1/23/2026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fr-FR"/>
              <a:t>Modifiez le style du titre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1/23/2026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fr-FR"/>
              <a:t>Modifiez le style du titre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1/23/2026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1/23/2026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fr-FR"/>
              <a:t>Modifiez le style du titre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1/23/2026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fr-FR"/>
              <a:t>Modifiez le style du titre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1/23/2026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dirty="0"/>
              <a:t>
              </a:t>
            </a: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76DED4-039D-45FD-AFB2-11EDC298BC0B}"/>
              </a:ext>
            </a:extLst>
          </p:cNvPr>
          <p:cNvSpPr>
            <a:spLocks noGrp="1"/>
          </p:cNvSpPr>
          <p:nvPr>
            <p:ph type="ctrTitle"/>
          </p:nvPr>
        </p:nvSpPr>
        <p:spPr>
          <a:xfrm>
            <a:off x="1977418" y="2090176"/>
            <a:ext cx="8825658" cy="2677648"/>
          </a:xfrm>
        </p:spPr>
        <p:txBody>
          <a:bodyPr/>
          <a:lstStyle/>
          <a:p>
            <a:r>
              <a:rPr lang="fr-FR" dirty="0"/>
              <a:t>Dossier de conception</a:t>
            </a:r>
          </a:p>
        </p:txBody>
      </p:sp>
    </p:spTree>
    <p:extLst>
      <p:ext uri="{BB962C8B-B14F-4D97-AF65-F5344CB8AC3E}">
        <p14:creationId xmlns:p14="http://schemas.microsoft.com/office/powerpoint/2010/main" val="1517138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23365A-D9EF-46D5-9D56-4F367D264812}"/>
              </a:ext>
            </a:extLst>
          </p:cNvPr>
          <p:cNvSpPr>
            <a:spLocks noGrp="1"/>
          </p:cNvSpPr>
          <p:nvPr>
            <p:ph type="title"/>
          </p:nvPr>
        </p:nvSpPr>
        <p:spPr/>
        <p:txBody>
          <a:bodyPr/>
          <a:lstStyle/>
          <a:p>
            <a:r>
              <a:rPr lang="fr-FR" dirty="0"/>
              <a:t>Introduction</a:t>
            </a:r>
          </a:p>
        </p:txBody>
      </p:sp>
      <p:sp>
        <p:nvSpPr>
          <p:cNvPr id="3" name="Espace réservé du contenu 2">
            <a:extLst>
              <a:ext uri="{FF2B5EF4-FFF2-40B4-BE49-F238E27FC236}">
                <a16:creationId xmlns:a16="http://schemas.microsoft.com/office/drawing/2014/main" id="{FAFA4D7E-29E7-413D-B994-DB857DF64492}"/>
              </a:ext>
            </a:extLst>
          </p:cNvPr>
          <p:cNvSpPr>
            <a:spLocks noGrp="1"/>
          </p:cNvSpPr>
          <p:nvPr>
            <p:ph idx="1"/>
          </p:nvPr>
        </p:nvSpPr>
        <p:spPr/>
        <p:txBody>
          <a:bodyPr/>
          <a:lstStyle/>
          <a:p>
            <a:pPr marL="0" indent="0">
              <a:lnSpc>
                <a:spcPct val="150000"/>
              </a:lnSpc>
              <a:buNone/>
            </a:pPr>
            <a:r>
              <a:rPr lang="fr-FR" dirty="0"/>
              <a:t>La phase de conception vise à ressortir les différents contours du modèle statique du système d’information afin d’en dégager un modèle dynamique devant implémenter notre Dashboard dans les détails. On y retrouve des illustrations simplifiées d’architecture du système, qui font apparaitre les différentes composantes du Dashboard, décrit les procédures de ces composantes et fait ressortir les attributs.</a:t>
            </a:r>
          </a:p>
        </p:txBody>
      </p:sp>
    </p:spTree>
    <p:extLst>
      <p:ext uri="{BB962C8B-B14F-4D97-AF65-F5344CB8AC3E}">
        <p14:creationId xmlns:p14="http://schemas.microsoft.com/office/powerpoint/2010/main" val="30028798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7F454E-4571-45ED-87AB-ACE6924EF5CF}"/>
              </a:ext>
            </a:extLst>
          </p:cNvPr>
          <p:cNvSpPr>
            <a:spLocks noGrp="1"/>
          </p:cNvSpPr>
          <p:nvPr>
            <p:ph type="title"/>
          </p:nvPr>
        </p:nvSpPr>
        <p:spPr/>
        <p:txBody>
          <a:bodyPr/>
          <a:lstStyle/>
          <a:p>
            <a:r>
              <a:rPr lang="fr-FR" dirty="0"/>
              <a:t>Diagramme de séquence: s’authentifier </a:t>
            </a:r>
          </a:p>
        </p:txBody>
      </p:sp>
      <p:pic>
        <p:nvPicPr>
          <p:cNvPr id="9" name="Espace réservé du contenu 8">
            <a:extLst>
              <a:ext uri="{FF2B5EF4-FFF2-40B4-BE49-F238E27FC236}">
                <a16:creationId xmlns:a16="http://schemas.microsoft.com/office/drawing/2014/main" id="{878F5A84-AE81-44A3-ACC3-AF49EFC670FB}"/>
              </a:ext>
            </a:extLst>
          </p:cNvPr>
          <p:cNvPicPr>
            <a:picLocks noGrp="1" noChangeAspect="1"/>
          </p:cNvPicPr>
          <p:nvPr>
            <p:ph idx="1"/>
          </p:nvPr>
        </p:nvPicPr>
        <p:blipFill>
          <a:blip r:embed="rId2"/>
          <a:stretch>
            <a:fillRect/>
          </a:stretch>
        </p:blipFill>
        <p:spPr>
          <a:xfrm>
            <a:off x="926432" y="2265889"/>
            <a:ext cx="9769642" cy="4496207"/>
          </a:xfrm>
        </p:spPr>
      </p:pic>
    </p:spTree>
    <p:extLst>
      <p:ext uri="{BB962C8B-B14F-4D97-AF65-F5344CB8AC3E}">
        <p14:creationId xmlns:p14="http://schemas.microsoft.com/office/powerpoint/2010/main" val="2036729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4E85BD-6FC1-4022-B1F4-B21CB9645CF6}"/>
              </a:ext>
            </a:extLst>
          </p:cNvPr>
          <p:cNvSpPr>
            <a:spLocks noGrp="1"/>
          </p:cNvSpPr>
          <p:nvPr>
            <p:ph type="title"/>
          </p:nvPr>
        </p:nvSpPr>
        <p:spPr/>
        <p:txBody>
          <a:bodyPr/>
          <a:lstStyle/>
          <a:p>
            <a:r>
              <a:rPr lang="fr-FR" dirty="0"/>
              <a:t>Diagramme de séquence: capturer appels systèmes</a:t>
            </a:r>
          </a:p>
        </p:txBody>
      </p:sp>
      <p:pic>
        <p:nvPicPr>
          <p:cNvPr id="13" name="Espace réservé du contenu 12">
            <a:extLst>
              <a:ext uri="{FF2B5EF4-FFF2-40B4-BE49-F238E27FC236}">
                <a16:creationId xmlns:a16="http://schemas.microsoft.com/office/drawing/2014/main" id="{618C7291-694F-4263-882A-219F4B58D775}"/>
              </a:ext>
            </a:extLst>
          </p:cNvPr>
          <p:cNvPicPr>
            <a:picLocks noGrp="1" noChangeAspect="1"/>
          </p:cNvPicPr>
          <p:nvPr>
            <p:ph idx="1"/>
          </p:nvPr>
        </p:nvPicPr>
        <p:blipFill>
          <a:blip r:embed="rId2"/>
          <a:stretch>
            <a:fillRect/>
          </a:stretch>
        </p:blipFill>
        <p:spPr>
          <a:xfrm>
            <a:off x="4329254" y="2508249"/>
            <a:ext cx="3533491" cy="3805299"/>
          </a:xfrm>
        </p:spPr>
      </p:pic>
    </p:spTree>
    <p:extLst>
      <p:ext uri="{BB962C8B-B14F-4D97-AF65-F5344CB8AC3E}">
        <p14:creationId xmlns:p14="http://schemas.microsoft.com/office/powerpoint/2010/main" val="2136826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DC4F42-A4C9-4368-8A77-E5E27D446186}"/>
              </a:ext>
            </a:extLst>
          </p:cNvPr>
          <p:cNvSpPr>
            <a:spLocks noGrp="1"/>
          </p:cNvSpPr>
          <p:nvPr>
            <p:ph type="title"/>
          </p:nvPr>
        </p:nvSpPr>
        <p:spPr/>
        <p:txBody>
          <a:bodyPr/>
          <a:lstStyle/>
          <a:p>
            <a:r>
              <a:rPr lang="fr-FR" dirty="0"/>
              <a:t>Diagramme de séquence: visualiser statistique</a:t>
            </a:r>
          </a:p>
        </p:txBody>
      </p:sp>
      <p:pic>
        <p:nvPicPr>
          <p:cNvPr id="9" name="Espace réservé du contenu 8">
            <a:extLst>
              <a:ext uri="{FF2B5EF4-FFF2-40B4-BE49-F238E27FC236}">
                <a16:creationId xmlns:a16="http://schemas.microsoft.com/office/drawing/2014/main" id="{E0472BFA-A9FA-49D9-9792-F5EF6A472FFC}"/>
              </a:ext>
            </a:extLst>
          </p:cNvPr>
          <p:cNvPicPr>
            <a:picLocks noGrp="1" noChangeAspect="1"/>
          </p:cNvPicPr>
          <p:nvPr>
            <p:ph idx="1"/>
          </p:nvPr>
        </p:nvPicPr>
        <p:blipFill>
          <a:blip r:embed="rId2"/>
          <a:stretch>
            <a:fillRect/>
          </a:stretch>
        </p:blipFill>
        <p:spPr>
          <a:xfrm>
            <a:off x="4355866" y="2574925"/>
            <a:ext cx="3480267" cy="3976206"/>
          </a:xfrm>
        </p:spPr>
      </p:pic>
    </p:spTree>
    <p:extLst>
      <p:ext uri="{BB962C8B-B14F-4D97-AF65-F5344CB8AC3E}">
        <p14:creationId xmlns:p14="http://schemas.microsoft.com/office/powerpoint/2010/main" val="1584844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AEC737-8947-4EE1-8C66-0AA4CD66D514}"/>
              </a:ext>
            </a:extLst>
          </p:cNvPr>
          <p:cNvSpPr>
            <a:spLocks noGrp="1"/>
          </p:cNvSpPr>
          <p:nvPr>
            <p:ph type="title"/>
          </p:nvPr>
        </p:nvSpPr>
        <p:spPr/>
        <p:txBody>
          <a:bodyPr/>
          <a:lstStyle/>
          <a:p>
            <a:r>
              <a:rPr lang="fr-FR" dirty="0"/>
              <a:t>Diagramme de classe:</a:t>
            </a:r>
          </a:p>
        </p:txBody>
      </p:sp>
      <p:pic>
        <p:nvPicPr>
          <p:cNvPr id="15" name="Espace réservé du contenu 14">
            <a:extLst>
              <a:ext uri="{FF2B5EF4-FFF2-40B4-BE49-F238E27FC236}">
                <a16:creationId xmlns:a16="http://schemas.microsoft.com/office/drawing/2014/main" id="{5AB6F775-3D5D-4623-9ABF-373A9FCB8A78}"/>
              </a:ext>
            </a:extLst>
          </p:cNvPr>
          <p:cNvPicPr>
            <a:picLocks noGrp="1" noChangeAspect="1"/>
          </p:cNvPicPr>
          <p:nvPr>
            <p:ph idx="1"/>
          </p:nvPr>
        </p:nvPicPr>
        <p:blipFill>
          <a:blip r:embed="rId2"/>
          <a:stretch>
            <a:fillRect/>
          </a:stretch>
        </p:blipFill>
        <p:spPr>
          <a:xfrm>
            <a:off x="2837995" y="2788275"/>
            <a:ext cx="6516009" cy="3096057"/>
          </a:xfrm>
        </p:spPr>
      </p:pic>
    </p:spTree>
    <p:extLst>
      <p:ext uri="{BB962C8B-B14F-4D97-AF65-F5344CB8AC3E}">
        <p14:creationId xmlns:p14="http://schemas.microsoft.com/office/powerpoint/2010/main" val="895131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02B485-4A3C-4C78-AB26-3CA8D609060D}"/>
              </a:ext>
            </a:extLst>
          </p:cNvPr>
          <p:cNvSpPr>
            <a:spLocks noGrp="1"/>
          </p:cNvSpPr>
          <p:nvPr>
            <p:ph type="title"/>
          </p:nvPr>
        </p:nvSpPr>
        <p:spPr/>
        <p:txBody>
          <a:bodyPr/>
          <a:lstStyle/>
          <a:p>
            <a:r>
              <a:rPr lang="fr-FR" dirty="0"/>
              <a:t>Conclusion </a:t>
            </a:r>
          </a:p>
        </p:txBody>
      </p:sp>
      <p:sp>
        <p:nvSpPr>
          <p:cNvPr id="3" name="Espace réservé du contenu 2">
            <a:extLst>
              <a:ext uri="{FF2B5EF4-FFF2-40B4-BE49-F238E27FC236}">
                <a16:creationId xmlns:a16="http://schemas.microsoft.com/office/drawing/2014/main" id="{80EA1ABD-3B53-47D5-A87B-229A30B784B3}"/>
              </a:ext>
            </a:extLst>
          </p:cNvPr>
          <p:cNvSpPr>
            <a:spLocks noGrp="1"/>
          </p:cNvSpPr>
          <p:nvPr>
            <p:ph idx="1"/>
          </p:nvPr>
        </p:nvSpPr>
        <p:spPr/>
        <p:txBody>
          <a:bodyPr/>
          <a:lstStyle/>
          <a:p>
            <a:pPr marL="457200" lvl="1" indent="0">
              <a:lnSpc>
                <a:spcPct val="150000"/>
              </a:lnSpc>
              <a:buNone/>
            </a:pPr>
            <a:r>
              <a:rPr lang="fr-FR" dirty="0"/>
              <a:t>Le dossier de conception nous a permis de ressortir les données nécessaires pour la création de notre base de données et l’implémentation de notre Dashboard. Les différents éléments modélisés de cette partie nous ont permis d’avoir une vue globale sur les différents modules de notre Dashboard, dès lors, l’étape suivante de notre projet sera la rédaction du dossier de réalisation tenant compte des différents éléments modélisés les plus haut.</a:t>
            </a:r>
          </a:p>
        </p:txBody>
      </p:sp>
    </p:spTree>
    <p:extLst>
      <p:ext uri="{BB962C8B-B14F-4D97-AF65-F5344CB8AC3E}">
        <p14:creationId xmlns:p14="http://schemas.microsoft.com/office/powerpoint/2010/main" val="331908211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lle d’ions">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4586</TotalTime>
  <Words>161</Words>
  <Application>Microsoft Office PowerPoint</Application>
  <PresentationFormat>Grand écran</PresentationFormat>
  <Paragraphs>9</Paragraphs>
  <Slides>7</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7</vt:i4>
      </vt:variant>
    </vt:vector>
  </HeadingPairs>
  <TitlesOfParts>
    <vt:vector size="11" baseType="lpstr">
      <vt:lpstr>Arial</vt:lpstr>
      <vt:lpstr>Century Gothic</vt:lpstr>
      <vt:lpstr>Wingdings 3</vt:lpstr>
      <vt:lpstr>Salle d’ions</vt:lpstr>
      <vt:lpstr>Dossier de conception</vt:lpstr>
      <vt:lpstr>Introduction</vt:lpstr>
      <vt:lpstr>Diagramme de séquence: s’authentifier </vt:lpstr>
      <vt:lpstr>Diagramme de séquence: capturer appels systèmes</vt:lpstr>
      <vt:lpstr>Diagramme de séquence: visualiser statistique</vt:lpstr>
      <vt:lpstr>Diagramme de classe:</vt:lpstr>
      <vt:lpstr>Conclusion </vt:lpstr>
    </vt:vector>
  </TitlesOfParts>
  <Company>CFAO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Dossier de conception</dc:title>
  <dc:creator>Jaja</dc:creator>
  <cp:lastModifiedBy>ravageur</cp:lastModifiedBy>
  <cp:revision>6</cp:revision>
  <dcterms:created xsi:type="dcterms:W3CDTF">2026-01-17T12:18:36Z</dcterms:created>
  <dcterms:modified xsi:type="dcterms:W3CDTF">2026-01-26T21:18:01Z</dcterms:modified>
</cp:coreProperties>
</file>